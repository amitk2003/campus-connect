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C4BEB-0B4A-4AB9-9EA9-8296E1238091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7B2A8-9656-499E-B66B-7141D19C4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5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77B2A8-9656-499E-B66B-7141D19C40A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93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5676" y="100584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🎓  Startup 101  ·  MVP v3  · 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155448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C4B5FD"/>
                </a:solidFill>
              </a:rPr>
              <a:t>Campus</a:t>
            </a:r>
            <a:r>
              <a:rPr lang="en-IN" sz="7200" b="1" i="0" dirty="0">
                <a:solidFill>
                  <a:srgbClr val="C4B5FD"/>
                </a:solidFill>
              </a:rPr>
              <a:t> </a:t>
            </a:r>
            <a:r>
              <a:rPr sz="7200" b="1" i="0" dirty="0">
                <a:solidFill>
                  <a:srgbClr val="C4B5FD"/>
                </a:solidFill>
              </a:rPr>
              <a:t>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676" y="3108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A peer-to-peer anonymous digital marketplace &amp;
AI-powered Lost &amp; Found — built for university campuses.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5316" y="4206240"/>
            <a:ext cx="1737360" cy="411480"/>
          </a:xfrm>
          <a:prstGeom prst="rect">
            <a:avLst/>
          </a:prstGeom>
          <a:solidFill>
            <a:srgbClr val="202038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🛒 Marketplace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05556" y="4206240"/>
            <a:ext cx="1737360" cy="411480"/>
          </a:xfrm>
          <a:prstGeom prst="rect">
            <a:avLst/>
          </a:prstGeom>
          <a:solidFill>
            <a:srgbClr val="202038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🔍 AI Lost &amp;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25796" y="4206240"/>
            <a:ext cx="1737360" cy="411480"/>
          </a:xfrm>
          <a:prstGeom prst="rect">
            <a:avLst/>
          </a:prstGeom>
          <a:solidFill>
            <a:srgbClr val="202038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🛡️ Role-Based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6036" y="4206240"/>
            <a:ext cx="1737360" cy="411480"/>
          </a:xfrm>
          <a:prstGeom prst="rect">
            <a:avLst/>
          </a:prstGeom>
          <a:solidFill>
            <a:srgbClr val="202038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💳 Stripe</a:t>
            </a:r>
          </a:p>
        </p:txBody>
      </p:sp>
      <p:sp>
        <p:nvSpPr>
          <p:cNvPr id="9" name="Rectangle 8"/>
          <p:cNvSpPr/>
          <p:nvPr/>
        </p:nvSpPr>
        <p:spPr>
          <a:xfrm>
            <a:off x="9066276" y="4206240"/>
            <a:ext cx="1737360" cy="411480"/>
          </a:xfrm>
          <a:prstGeom prst="rect">
            <a:avLst/>
          </a:prstGeom>
          <a:solidFill>
            <a:srgbClr val="202038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👤 Anonymous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🔥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Campus trading is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Chaos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Lost &amp; sale messages buried within hours. No structure, no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Real identities exposed in every transaction — safety &amp; trust concern.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Payment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Cash or UPI only — no verification, high scam risk for students.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Lost Objects Never Recovered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70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Manual notice boards are slow, unreliable, and not searchable.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5303520" cy="1280160"/>
          </a:xfrm>
          <a:prstGeom prst="rect">
            <a:avLst/>
          </a:prstGeom>
          <a:solidFill>
            <a:srgbClr val="20101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i="1">
                <a:solidFill>
                  <a:srgbClr val="94A3B8"/>
                </a:solidFill>
              </a:rPr>
              <a:t>"When someone's hair is on fire,
they'll take a brick if it helps."
— Paul Graham, YC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7171"/>
                </a:solidFill>
              </a:rPr>
              <a:t>😰  'I lost my wallet before exams and can't reach anyone'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7171"/>
                </a:solidFill>
              </a:rPr>
              <a:t>📦  'I'm leaving campus Friday — need to sell everything NOW'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💡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" y="777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One platform. Everything campus.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3474720" cy="3474720"/>
          </a:xfrm>
          <a:prstGeom prst="rect">
            <a:avLst/>
          </a:prstGeom>
          <a:solidFill>
            <a:srgbClr val="1A1A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Anonymous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3108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Buy &amp; sell items with unique anonymous handles.
Neither buyer nor seller knows each other's real identity.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74720" cy="3474720"/>
          </a:xfrm>
          <a:prstGeom prst="rect">
            <a:avLst/>
          </a:prstGeom>
          <a:solidFill>
            <a:srgbClr val="1A1A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AI-Powered Lost &amp;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24912"/>
            <a:ext cx="3108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TF-IDF text + OpenCV image matching auto-connects lost reports with found items in real-time</a:t>
            </a:r>
            <a:endParaRPr lang="en-IN" sz="1100" b="0" i="0" dirty="0">
              <a:solidFill>
                <a:srgbClr val="94A3B8"/>
              </a:solidFill>
            </a:endParaRPr>
          </a:p>
          <a:p>
            <a:pPr algn="l"/>
            <a:endParaRPr lang="en-IN" sz="1100" dirty="0">
              <a:solidFill>
                <a:srgbClr val="94A3B8"/>
              </a:solidFill>
            </a:endParaRPr>
          </a:p>
          <a:p>
            <a:pPr algn="l"/>
            <a:r>
              <a:rPr sz="1100" b="0" i="0" dirty="0">
                <a:solidFill>
                  <a:srgbClr val="94A3B8"/>
                </a:solidFill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828800"/>
            <a:ext cx="3474720" cy="3474720"/>
          </a:xfrm>
          <a:prstGeom prst="rect">
            <a:avLst/>
          </a:prstGeom>
          <a:solidFill>
            <a:srgbClr val="1A1A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24912"/>
            <a:ext cx="3108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Real-time analytics, revenue tracking, dispute resolution — all isolated from marketplace activity.</a:t>
            </a:r>
            <a:endParaRPr lang="en-IN" sz="1100" b="0" i="0" dirty="0">
              <a:solidFill>
                <a:srgbClr val="94A3B8"/>
              </a:solidFill>
            </a:endParaRPr>
          </a:p>
          <a:p>
            <a:pPr algn="l"/>
            <a:endParaRPr lang="en-IN" sz="1100" dirty="0">
              <a:solidFill>
                <a:srgbClr val="94A3B8"/>
              </a:solidFill>
            </a:endParaRPr>
          </a:p>
          <a:p>
            <a:pPr algn="l"/>
            <a:endParaRPr sz="1100" b="0" i="0" dirty="0">
              <a:solidFill>
                <a:srgbClr val="94A3B8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solidFill>
            <a:srgbClr val="10202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i="1">
                <a:solidFill>
                  <a:srgbClr val="94A3B8"/>
                </a:solidFill>
              </a:rPr>
              <a:t>"Unlike Rapido &amp; Zomato — CampusConnect is two-way anonymous. The platform itself is the trusted third party."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25DB8F-8410-685F-77F1-A1D190C35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582" y="3325077"/>
            <a:ext cx="3230883" cy="16939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A26EFA-6135-929B-229F-5071F53A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47" y="3330157"/>
            <a:ext cx="2890465" cy="17695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A08974-BCE9-84F4-C483-F52FA6618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2749491" cy="1672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🏗️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9676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Full-Stack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⚛️  Frontend — React.js + Vite +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       ↕  Axios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🐍  Backend — Flask + JWT Auth + Gunicorn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         ↕  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🍃  MongoDB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💳  Stripe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solidFill>
            <a:srgbClr val="2A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Technology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21408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579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1579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React, Vite, Tailwind CSS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68880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5054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05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Flask, JWT, Bcrypt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816352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8529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63824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JWT + Google OAuth 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511296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547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547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Stripe Checkout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58768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AI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TF-IDF + OpenCV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06240"/>
            <a:ext cx="5303520" cy="347472"/>
          </a:xfrm>
          <a:prstGeom prst="rect">
            <a:avLst/>
          </a:prstGeom>
          <a:solidFill>
            <a:srgbClr val="18182E"/>
          </a:solidFill>
          <a:ln w="635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2428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4281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Gunicorn + Render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👥 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6876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 Distinct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37360"/>
            <a:ext cx="3474720" cy="4206240"/>
          </a:xfrm>
          <a:prstGeom prst="rect">
            <a:avLst/>
          </a:prstGeom>
          <a:solidFill>
            <a:srgbClr val="1A1A2E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Login via Email or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List &amp; Buy marketplace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Report Lost &amp; Claim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Anonymous handle (User#ABC12)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Secure Stripe checkout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737360"/>
            <a:ext cx="3474720" cy="4206240"/>
          </a:xfrm>
          <a:prstGeom prst="rect">
            <a:avLst/>
          </a:prstGeom>
          <a:solidFill>
            <a:srgbClr val="1A1A2E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Alumni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423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Same access as 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Separate role badge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Access via email/Google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Anonymous identity enforced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069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marketplace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737360"/>
            <a:ext cx="3474720" cy="4206240"/>
          </a:xfrm>
          <a:prstGeom prst="rect">
            <a:avLst/>
          </a:prstGeom>
          <a:solidFill>
            <a:srgbClr val="1A1A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8745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423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423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Full dashboard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Sees real names for disputes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246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Revenue &amp; analytics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6576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Cannot buy/sell/claim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069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069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Platform neutrality enforced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6217920"/>
            <a:ext cx="10332720" cy="502920"/>
          </a:xfrm>
          <a:prstGeom prst="rect">
            <a:avLst/>
          </a:prstGeom>
          <a:solidFill>
            <a:srgbClr val="1018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i="1">
                <a:solidFill>
                  <a:srgbClr val="94A3B8"/>
                </a:solidFill>
              </a:rPr>
              <a:t>"Admin isolation enforced on both frontend AND every backend route — double security layer."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🛒 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How the Marketplace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B923C"/>
                </a:solidFill>
              </a:rPr>
              <a:t>SELLER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BUYER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</a:rPr>
              <a:t>1.  Browse, search, filter by price &amp;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50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2.  Click 'Buy Now' → see fee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8895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3.  Redirect to Stripe Checkout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328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4.  Item marked 'Sold' → Admin updated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71444"/>
            <a:ext cx="11247120" cy="1563596"/>
          </a:xfrm>
          <a:prstGeom prst="rect">
            <a:avLst/>
          </a:prstGeom>
          <a:solidFill>
            <a:srgbClr val="1818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Gets full listed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Gets verified item + safe 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Earns % fee per sale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AB71035-79C2-2436-CD5B-D9D5CE3F2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17" y="2020796"/>
            <a:ext cx="1950719" cy="23592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1431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💰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9676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Tiered Fee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CATEGORY-BASED (Priority)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📚 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865376"/>
            <a:ext cx="5486400" cy="182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0" y="1865376"/>
            <a:ext cx="1371600" cy="182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💻  Electronics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368296"/>
            <a:ext cx="5486400" cy="182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2368296"/>
            <a:ext cx="5486400" cy="1828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2331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PRICE-BASED (Other Categories)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₹0 – ₹2,000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19856"/>
            <a:ext cx="5486400" cy="182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3419856"/>
            <a:ext cx="2304288" cy="1828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3383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₹2,001 – ₹5,000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922776"/>
            <a:ext cx="5486400" cy="182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3922776"/>
            <a:ext cx="3675888" cy="18288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388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</a:rPr>
              <a:t>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₹5,001+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425696"/>
            <a:ext cx="5486400" cy="1828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91840" y="4425696"/>
            <a:ext cx="4553712" cy="1828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4389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828800"/>
            <a:ext cx="2926080" cy="3474720"/>
          </a:xfrm>
          <a:prstGeom prst="rect">
            <a:avLst/>
          </a:prstGeom>
          <a:solidFill>
            <a:srgbClr val="1818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B5FD"/>
                </a:solidFill>
              </a:rPr>
              <a:t>REVENUE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Book ₹300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2377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+₹9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Laptop ₹25,000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+₹3,000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29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Cycle ₹5,500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+₹550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749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Table ₹1,800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3749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+₹90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5486400"/>
            <a:ext cx="2926080" cy="822960"/>
          </a:xfrm>
          <a:prstGeom prst="rect">
            <a:avLst/>
          </a:prstGeom>
          <a:solidFill>
            <a:srgbClr val="0A2515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🔍  Lost &amp; Found: FREE (0%)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Builds community trust 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28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🤖  AI Lost &amp;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9676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Smart Matching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4754880" cy="1234440"/>
          </a:xfrm>
          <a:prstGeom prst="rect">
            <a:avLst/>
          </a:prstGeom>
          <a:solidFill>
            <a:srgbClr val="1A1A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TF-IDF Text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4389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Compares descriptions word-by-word using cosine similarity.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4754880" cy="1234440"/>
          </a:xfrm>
          <a:prstGeom prst="rect">
            <a:avLst/>
          </a:prstGeom>
          <a:solidFill>
            <a:srgbClr val="1A1A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OpenCV Image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96512"/>
            <a:ext cx="4389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Perceptual hash detects visually similar items, even edited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4754880" cy="1234440"/>
          </a:xfrm>
          <a:prstGeom prst="rect">
            <a:avLst/>
          </a:prstGeom>
          <a:solidFill>
            <a:srgbClr val="1A1A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Category &amp; Name Bonus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68112"/>
            <a:ext cx="43891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+15% for same category; +20% if item names are substrings.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828800"/>
            <a:ext cx="6217920" cy="2926080"/>
          </a:xfrm>
          <a:prstGeom prst="rect">
            <a:avLst/>
          </a:prstGeom>
          <a:solidFill>
            <a:srgbClr val="1A081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60" y="19659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</a:rPr>
              <a:t>COMBINED SCORE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3317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With Images:
  Score = Text×0.40 + Image×0.35 + Bonus×0.25
Without Images:
  Score = Text×0.70 + Bonus×0.30
MATCH if Score &gt; 0.25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</a:rPr>
              <a:t>CLAIM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32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</a:rPr>
              <a:t>1️⃣  Report lost → AI scans all 'Found'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97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2️⃣  Matched items shown ranked by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3️⃣  Claimer submits proof of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629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4️⃣  Admin verifies &amp; approves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28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📊  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9676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Platform Control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756" y="173736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6636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registered Students &amp; Alumni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9836" y="173736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2716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2716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Platform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716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Net earnings from all marketplace fees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73736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Items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Complete transaction history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11996" y="173736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4876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4876" y="2286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Lost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4876" y="26334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Open &amp; Resolved lost report 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" y="329184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Found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" y="4187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All submitted found item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9836" y="329184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42716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2716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2716" y="4187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Pending / Approved / Rejected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5916" y="329184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8796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4187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Full buyer-seller payment ledger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1996" y="3291840"/>
            <a:ext cx="2743200" cy="1371600"/>
          </a:xfrm>
          <a:prstGeom prst="rect">
            <a:avLst/>
          </a:prstGeom>
          <a:solidFill>
            <a:srgbClr val="1A1A3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94876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4876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Role Isolated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4876" y="41879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Cannot buy, sell, or claim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56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🔄  Build → Measure →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79676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MVP Iterations &amp; Pivots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9464040" cy="365760"/>
          </a:xfrm>
          <a:prstGeom prst="rect">
            <a:avLst/>
          </a:prstGeom>
          <a:solidFill>
            <a:srgbClr val="1A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</a:rPr>
              <a:t>Pivot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9464040" cy="365760"/>
          </a:xfrm>
          <a:prstGeom prst="rect">
            <a:avLst/>
          </a:prstGeom>
          <a:solidFill>
            <a:srgbClr val="142418"/>
          </a:solidFill>
          <a:ln w="6350">
            <a:solidFill>
              <a:srgbClr val="20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Flat 5% fee on all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Users didn't differentiate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Kept as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9464040" cy="365760"/>
          </a:xfrm>
          <a:prstGeom prst="rect">
            <a:avLst/>
          </a:prstGeom>
          <a:solidFill>
            <a:srgbClr val="142418"/>
          </a:solidFill>
          <a:ln w="6350">
            <a:solidFill>
              <a:srgbClr val="20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L&amp;F claim fee (variable)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Users chose free WhatsApp instead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Fee was blocking adoption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9464040" cy="365760"/>
          </a:xfrm>
          <a:prstGeom prst="rect">
            <a:avLst/>
          </a:prstGeom>
          <a:solidFill>
            <a:srgbClr val="142418"/>
          </a:solidFill>
          <a:ln w="6350">
            <a:solidFill>
              <a:srgbClr val="20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L&amp;F = FREE (0%)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Community trust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→ Removed fee entirely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9464040" cy="365760"/>
          </a:xfrm>
          <a:prstGeom prst="rect">
            <a:avLst/>
          </a:prstGeom>
          <a:solidFill>
            <a:srgbClr val="142418"/>
          </a:solidFill>
          <a:ln w="6350">
            <a:solidFill>
              <a:srgbClr val="20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v3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 + Tiered 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Electronics = higher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→ Books 3%, Elec 12%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0" y="1737360"/>
            <a:ext cx="2103120" cy="1371600"/>
          </a:xfrm>
          <a:prstGeom prst="rect">
            <a:avLst/>
          </a:prstGeom>
          <a:solidFill>
            <a:srgbClr val="10201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60" y="18288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"If you're not embarrassed by the first version, you've launched too late."
— Reid Hoffman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3246120"/>
            <a:ext cx="2103120" cy="1828800"/>
          </a:xfrm>
          <a:prstGeom prst="rect">
            <a:avLst/>
          </a:prstGeom>
          <a:solidFill>
            <a:srgbClr val="08201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3337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YC PRINCIPLE APPLIED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Like FR8 — we identified information asymmetry. WhatsApp = 30%+ lost deals. CampusConnect is the broker-free campus orchestration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2876" y="2743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✅  Platform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MVP v3 is Production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8366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Email + Google OAuth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8658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Anonymous Handle Assignment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950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83464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Marketplace (List / Browse / Buy)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9242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375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Stripe Payment Integration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9534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84048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Tiered + Category Fee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9826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4340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Lost &amp; Found Reporting (FREE)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8366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82880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 Smart Matching (Text + Image)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8658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33172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Verified Claim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8950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283464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 Dashboard (Live 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39242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33756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Admin Role Isolation (Backend+UI)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9534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84048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Password Reset via Email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398264"/>
            <a:ext cx="128016" cy="128016"/>
          </a:xfrm>
          <a:prstGeom prst="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4343400"/>
            <a:ext cx="5285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Gunicorn Production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UPCOMING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080760"/>
            <a:ext cx="1435607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4A3B8"/>
                </a:solidFill>
              </a:rPr>
              <a:t>🔮 In-App 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21407" y="6080760"/>
            <a:ext cx="1106424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4A3B8"/>
                </a:solidFill>
              </a:rPr>
              <a:t>⭐ Ratings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1" y="6080760"/>
            <a:ext cx="1353312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4A3B8"/>
                </a:solidFill>
              </a:rPr>
              <a:t>📱 Mobile App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3" y="6080760"/>
            <a:ext cx="1435607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4A3B8"/>
                </a:solidFill>
              </a:rPr>
              <a:t>🔔 Push Notifs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8230" y="6080760"/>
            <a:ext cx="1517904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4A3B8"/>
                </a:solidFill>
              </a:rPr>
              <a:t>🏫 Partnerships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1476" y="731520"/>
            <a:ext cx="3200400" cy="320040"/>
          </a:xfrm>
          <a:prstGeom prst="rect">
            <a:avLst/>
          </a:prstGeom>
          <a:solidFill>
            <a:srgbClr val="20203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7C3AED"/>
                </a:solidFill>
              </a:rPr>
              <a:t>🎓 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2476" y="12801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4B5FD"/>
                </a:solidFill>
              </a:rPr>
              <a:t>CampusConnect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676" y="2651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Built with the Y Combinator philosophy: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9676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B5FD"/>
                </a:solidFill>
              </a:rPr>
              <a:t>Launch fast. Iterate constantly. Listen to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Peer-to-Peer
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Lost &amp;
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Smart Tiered
Business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4076" y="5394960"/>
            <a:ext cx="6400800" cy="548640"/>
          </a:xfrm>
          <a:prstGeom prst="rect">
            <a:avLst/>
          </a:prstGeom>
          <a:solidFill>
            <a:srgbClr val="1810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>
                <a:solidFill>
                  <a:srgbClr val="94A3B8"/>
                </a:solidFill>
              </a:rPr>
              <a:t>Built at IIIT Sri</a:t>
            </a:r>
            <a:r>
              <a:rPr lang="en-IN" sz="1200" dirty="0">
                <a:solidFill>
                  <a:srgbClr val="94A3B8"/>
                </a:solidFill>
              </a:rPr>
              <a:t> </a:t>
            </a:r>
            <a:r>
              <a:rPr sz="1200" dirty="0">
                <a:solidFill>
                  <a:srgbClr val="94A3B8"/>
                </a:solidFill>
              </a:rPr>
              <a:t>city  ·  MVP v3  ·  Startup 101  ·  April 2026</a:t>
            </a:r>
            <a:endParaRPr lang="en-IN" sz="1200" dirty="0">
              <a:solidFill>
                <a:srgbClr val="94A3B8"/>
              </a:solidFill>
            </a:endParaRPr>
          </a:p>
          <a:p>
            <a:pPr algn="ctr"/>
            <a:endParaRPr lang="en-IN" sz="1200" dirty="0">
              <a:solidFill>
                <a:srgbClr val="94A3B8"/>
              </a:solidFill>
            </a:endParaRPr>
          </a:p>
          <a:p>
            <a:pPr algn="ctr"/>
            <a:endParaRPr sz="1200" dirty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E0D03-C6DF-1BBE-8CAF-4D8823568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4FBA3-A3B9-90C8-4F04-183A068F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Team Name: Campus Connect</a:t>
            </a:r>
          </a:p>
          <a:p>
            <a:r>
              <a:rPr lang="en-IN" dirty="0"/>
              <a:t>Member 1: Amit Kumar (S20220020253)</a:t>
            </a:r>
          </a:p>
          <a:p>
            <a:r>
              <a:rPr lang="en-IN" dirty="0"/>
              <a:t>Member2: Sushant Bansode (S20220020314)</a:t>
            </a:r>
          </a:p>
          <a:p>
            <a:r>
              <a:rPr lang="en-IN" dirty="0"/>
              <a:t>Member 3: Sandeep Nishad(S20220020309)</a:t>
            </a:r>
          </a:p>
        </p:txBody>
      </p:sp>
    </p:spTree>
    <p:extLst>
      <p:ext uri="{BB962C8B-B14F-4D97-AF65-F5344CB8AC3E}">
        <p14:creationId xmlns:p14="http://schemas.microsoft.com/office/powerpoint/2010/main" val="1693601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1078</Words>
  <Application>Microsoft Office PowerPoint</Application>
  <PresentationFormat>Custom</PresentationFormat>
  <Paragraphs>250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kumar</dc:creator>
  <cp:keywords/>
  <dc:description>generated using python-pptx</dc:description>
  <cp:lastModifiedBy>amit kumar</cp:lastModifiedBy>
  <cp:revision>2</cp:revision>
  <dcterms:created xsi:type="dcterms:W3CDTF">2013-01-27T09:14:16Z</dcterms:created>
  <dcterms:modified xsi:type="dcterms:W3CDTF">2026-04-16T20:12:51Z</dcterms:modified>
  <cp:category/>
</cp:coreProperties>
</file>